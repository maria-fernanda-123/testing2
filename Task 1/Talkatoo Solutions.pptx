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  <a:srgbClr val="02516E"/>
    <a:srgbClr val="027E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F014-F9DB-E47E-CE60-1D4B77E3E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77D6E-F786-CB58-2429-222F5AE4E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FD9E3-DB72-2ADE-C7A1-280BBFD8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28D1E-DA86-69F4-BC3C-4709818A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7C305-A3C2-9E16-6049-4303E885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2683-8CA6-0221-A8E2-AAD77358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B4C4F-9177-8C88-C17A-C0FCD7789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D409-1492-FA9E-D383-2FCAB94F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87D24-CF00-2874-01DA-5C1B5030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26C2E-88AF-5102-FEEA-4B9A815C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7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ABCA-A3B4-EEF4-A40F-FFC78C1D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2C760-724B-F769-E31D-1454FF60B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49F44-3664-684B-AF0E-CDCCC598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7E09-9FF2-D8AE-0B53-996A5DF9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C8A04-FEA3-AF61-8FF8-9638295B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4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380D-B39A-B031-C358-5B93C057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82408-6FA4-1E09-B3AB-006D0A783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933B4-ABAE-FCFF-E25E-24F751B4D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9E66A-BA48-9839-26BB-C034371B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6BE01-16E3-3D9A-1156-02116ACD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2B2D5-D7A5-D184-2CB7-0F49E1F6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2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6751-7403-C79C-C415-D6E7918F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81BCD-C0C2-7BEE-D683-282E7C831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98EFD-BAF2-A628-C332-C900B2283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28DDA-3265-09F6-797E-6ACE2858A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F94BD-68CB-5935-CF4D-8DE602B53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929A2-B421-6649-F082-1FF19DA2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8F49C-6B36-9F7A-CA13-F1625D15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C304B-3D09-899D-A42E-C493A6EC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2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F853-0924-DBCE-EF78-19624827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7F45B-5BC9-8841-F8A0-BFC19DB4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44C49-6890-223D-BCCF-B9D32ED1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D68E4-0096-4B6D-2AA3-DB6253E6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2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600FD-05EF-F60D-07CE-160F6C02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66707-5287-460D-4802-12EEAD63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9984-7C64-F183-B3AD-20C3E688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2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D7B5-F68A-E761-468E-2F1D9162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CABB7-81FF-875F-669C-1A591ED3C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71305-0235-7660-3CE0-9D6DECC5E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54734-7075-E15A-8AA9-A24615760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DED39-ABB1-99F7-66D5-8E767ECB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D931D-0282-2223-75A7-E61B0A3B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D36F-DD53-D707-71AD-2160194E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88345-DE91-4C5F-6101-FDC46E071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F0CC4-6715-66EF-3BAB-FD2E699DE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BA83A-EBB1-1048-DE6B-ADF66725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2D9D2-9A6A-627E-5141-28265A8E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4FDD0-9E31-0DFA-B066-A7ECFB64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5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897E-7742-3524-5461-1BF6A82C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66200-A13D-D3C2-5574-4FD8F0CD5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C372B-DC60-CF9A-EE8F-A3A63E80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8F033-10F3-42E1-578F-084926ED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8D6D4-CA6F-8EC4-6E6F-A421DB30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1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CA0F65-33A9-C681-DEE8-B5B6D61CA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48FAA-0256-72F4-A6F0-676742F31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5E34-8521-E225-D241-78C8703D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19095-7995-AE2F-0F70-313E42D0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1B5DC-7863-1F8A-0FF4-033C64FA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9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7565C-51E1-3DDB-34C9-82417FDA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221FE-CA73-F992-49C6-798F8C06F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DB02-DD6D-3019-DB33-70A13AA78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BB410-F23D-4ADA-972F-F8CBF427825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0CB5A-C616-7A8D-E5A4-E70DF9DC6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DC849-2932-0DEE-C2CE-9C1AA20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ED43-EF89-403C-8362-15489D327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5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Delay 5">
            <a:extLst>
              <a:ext uri="{FF2B5EF4-FFF2-40B4-BE49-F238E27FC236}">
                <a16:creationId xmlns:a16="http://schemas.microsoft.com/office/drawing/2014/main" id="{1E5D96BA-664B-54FE-84D4-DEBC84AB5AFE}"/>
              </a:ext>
            </a:extLst>
          </p:cNvPr>
          <p:cNvSpPr/>
          <p:nvPr/>
        </p:nvSpPr>
        <p:spPr>
          <a:xfrm rot="16200000">
            <a:off x="6751552" y="1420774"/>
            <a:ext cx="5310090" cy="5564363"/>
          </a:xfrm>
          <a:prstGeom prst="flowChartDelay">
            <a:avLst/>
          </a:prstGeom>
          <a:solidFill>
            <a:srgbClr val="027E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16E58340-5035-764B-8B00-A30776F6BAC5}"/>
              </a:ext>
            </a:extLst>
          </p:cNvPr>
          <p:cNvSpPr/>
          <p:nvPr/>
        </p:nvSpPr>
        <p:spPr>
          <a:xfrm rot="16200000">
            <a:off x="127137" y="1416793"/>
            <a:ext cx="5310090" cy="5564363"/>
          </a:xfrm>
          <a:prstGeom prst="flowChartDelay">
            <a:avLst/>
          </a:prstGeom>
          <a:solidFill>
            <a:srgbClr val="027E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4" name="Flowchart: Delay 3">
            <a:extLst>
              <a:ext uri="{FF2B5EF4-FFF2-40B4-BE49-F238E27FC236}">
                <a16:creationId xmlns:a16="http://schemas.microsoft.com/office/drawing/2014/main" id="{5714D96A-2A2E-AFAE-532F-D111BE7F969A}"/>
              </a:ext>
            </a:extLst>
          </p:cNvPr>
          <p:cNvSpPr/>
          <p:nvPr/>
        </p:nvSpPr>
        <p:spPr>
          <a:xfrm rot="16200000">
            <a:off x="2667000" y="-322972"/>
            <a:ext cx="6857999" cy="7503944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8FEAD-F580-6A2F-6EF9-60301E7DE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005174"/>
            <a:ext cx="9144000" cy="2387600"/>
          </a:xfrm>
        </p:spPr>
        <p:txBody>
          <a:bodyPr/>
          <a:lstStyle/>
          <a:p>
            <a:r>
              <a:rPr lang="en-US" b="1" dirty="0" err="1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Talkatoo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Solutions</a:t>
            </a:r>
            <a:b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Veterinarians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35765D-8D36-6DA5-D747-45C4DC3CC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146" y="911308"/>
            <a:ext cx="2726487" cy="272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5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417D11-B71D-C269-389A-EE40B461CE32}"/>
              </a:ext>
            </a:extLst>
          </p:cNvPr>
          <p:cNvSpPr/>
          <p:nvPr/>
        </p:nvSpPr>
        <p:spPr>
          <a:xfrm>
            <a:off x="838200" y="713618"/>
            <a:ext cx="10671516" cy="54307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7D384-9064-B7C2-BFD6-7522A024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Problems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74205-B571-E532-F4BF-B9AC87A1D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Creating a SOP can take hours from a vet’s day;	</a:t>
            </a:r>
          </a:p>
          <a:p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Sometimes you will have emergency appointments or surgeries that will fill these 2 hours and by the end of the day, you end up  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taking work to home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endParaRPr lang="en-US" b="1" dirty="0">
              <a:solidFill>
                <a:srgbClr val="2C2C2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Sometimes 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rushed notes 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 contain medical error, with </a:t>
            </a:r>
            <a:r>
              <a:rPr lang="en-US" dirty="0" err="1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Talkatoo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 medical dictionary it will ensure that these errors occur less often.</a:t>
            </a:r>
          </a:p>
        </p:txBody>
      </p:sp>
    </p:spTree>
    <p:extLst>
      <p:ext uri="{BB962C8B-B14F-4D97-AF65-F5344CB8AC3E}">
        <p14:creationId xmlns:p14="http://schemas.microsoft.com/office/powerpoint/2010/main" val="170393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D88117-D9B0-B8F3-7CC4-79B76EC4BC1D}"/>
              </a:ext>
            </a:extLst>
          </p:cNvPr>
          <p:cNvSpPr/>
          <p:nvPr/>
        </p:nvSpPr>
        <p:spPr>
          <a:xfrm>
            <a:off x="760242" y="713618"/>
            <a:ext cx="10671516" cy="54307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83A36-3E82-6031-B0BF-18F1BCEC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TALKATOO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1EF0-E695-CCD8-505C-87697F25D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2C2C2C"/>
                </a:solidFill>
              </a:rPr>
              <a:t>Talkatoo</a:t>
            </a:r>
            <a:r>
              <a:rPr lang="en-US" dirty="0">
                <a:solidFill>
                  <a:srgbClr val="2C2C2C"/>
                </a:solidFill>
              </a:rPr>
              <a:t> </a:t>
            </a:r>
            <a:r>
              <a:rPr lang="en-US" b="1" dirty="0">
                <a:solidFill>
                  <a:srgbClr val="2C2C2C"/>
                </a:solidFill>
              </a:rPr>
              <a:t>listen your appointments and takes notes </a:t>
            </a:r>
            <a:r>
              <a:rPr lang="en-US" dirty="0">
                <a:solidFill>
                  <a:srgbClr val="2C2C2C"/>
                </a:solidFill>
              </a:rPr>
              <a:t>for you capturing the whole details that you need;</a:t>
            </a:r>
          </a:p>
          <a:p>
            <a:r>
              <a:rPr lang="en-US" dirty="0" err="1">
                <a:solidFill>
                  <a:srgbClr val="2C2C2C"/>
                </a:solidFill>
              </a:rPr>
              <a:t>Talkatoo</a:t>
            </a:r>
            <a:r>
              <a:rPr lang="en-US" dirty="0">
                <a:solidFill>
                  <a:srgbClr val="2C2C2C"/>
                </a:solidFill>
              </a:rPr>
              <a:t> can </a:t>
            </a:r>
            <a:r>
              <a:rPr lang="en-US" b="1" dirty="0">
                <a:solidFill>
                  <a:srgbClr val="2C2C2C"/>
                </a:solidFill>
              </a:rPr>
              <a:t>summarize</a:t>
            </a:r>
            <a:r>
              <a:rPr lang="en-US" dirty="0">
                <a:solidFill>
                  <a:srgbClr val="2C2C2C"/>
                </a:solidFill>
              </a:rPr>
              <a:t> even your calls, so no point will be left behind; </a:t>
            </a:r>
          </a:p>
          <a:p>
            <a:r>
              <a:rPr lang="en-US" dirty="0">
                <a:solidFill>
                  <a:srgbClr val="2C2C2C"/>
                </a:solidFill>
              </a:rPr>
              <a:t>No worries about </a:t>
            </a:r>
            <a:r>
              <a:rPr lang="en-US" b="1" dirty="0">
                <a:solidFill>
                  <a:srgbClr val="2C2C2C"/>
                </a:solidFill>
              </a:rPr>
              <a:t>following up</a:t>
            </a:r>
            <a:r>
              <a:rPr lang="en-US" dirty="0">
                <a:solidFill>
                  <a:srgbClr val="2C2C2C"/>
                </a:solidFill>
              </a:rPr>
              <a:t>, </a:t>
            </a:r>
            <a:r>
              <a:rPr lang="en-US" dirty="0" err="1">
                <a:solidFill>
                  <a:srgbClr val="2C2C2C"/>
                </a:solidFill>
              </a:rPr>
              <a:t>talkatoo</a:t>
            </a:r>
            <a:r>
              <a:rPr lang="en-US" dirty="0">
                <a:solidFill>
                  <a:srgbClr val="2C2C2C"/>
                </a:solidFill>
              </a:rPr>
              <a:t> AI assistant can take care of it for you.</a:t>
            </a:r>
          </a:p>
          <a:p>
            <a:r>
              <a:rPr lang="en-US" dirty="0" err="1">
                <a:solidFill>
                  <a:srgbClr val="2C2C2C"/>
                </a:solidFill>
              </a:rPr>
              <a:t>Talkatoo</a:t>
            </a:r>
            <a:r>
              <a:rPr lang="en-US" dirty="0">
                <a:solidFill>
                  <a:srgbClr val="2C2C2C"/>
                </a:solidFill>
              </a:rPr>
              <a:t> can summarize from </a:t>
            </a:r>
            <a:r>
              <a:rPr lang="en-US" b="1" dirty="0">
                <a:solidFill>
                  <a:srgbClr val="2C2C2C"/>
                </a:solidFill>
              </a:rPr>
              <a:t>medical records to complex procedures.</a:t>
            </a:r>
          </a:p>
        </p:txBody>
      </p:sp>
    </p:spTree>
    <p:extLst>
      <p:ext uri="{BB962C8B-B14F-4D97-AF65-F5344CB8AC3E}">
        <p14:creationId xmlns:p14="http://schemas.microsoft.com/office/powerpoint/2010/main" val="131759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691E1A-D848-A09B-E10A-80891391726F}"/>
              </a:ext>
            </a:extLst>
          </p:cNvPr>
          <p:cNvSpPr/>
          <p:nvPr/>
        </p:nvSpPr>
        <p:spPr>
          <a:xfrm>
            <a:off x="682284" y="671439"/>
            <a:ext cx="10671516" cy="54307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08E31-A596-6411-64AA-45AC224A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</a:t>
            </a:r>
            <a:r>
              <a:rPr lang="en-US" b="1" dirty="0" err="1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Talkatoo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important for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E1C68-3BC9-0CEA-199D-B9D48F32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 work hours;</a:t>
            </a:r>
          </a:p>
          <a:p>
            <a:r>
              <a:rPr lang="en-US" dirty="0"/>
              <a:t>Fewer mistakes related to written documentation;</a:t>
            </a:r>
          </a:p>
          <a:p>
            <a:r>
              <a:rPr lang="en-US" dirty="0"/>
              <a:t>You can care more about your patients and less about admin work;</a:t>
            </a:r>
          </a:p>
          <a:p>
            <a:r>
              <a:rPr lang="en-US" dirty="0"/>
              <a:t>More connected staff equal better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12101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720F-5E2A-C148-1CD5-D88F8FD8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9D47F-5FC8-B4B2-C487-9BCD5BF2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8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Delay 7">
            <a:extLst>
              <a:ext uri="{FF2B5EF4-FFF2-40B4-BE49-F238E27FC236}">
                <a16:creationId xmlns:a16="http://schemas.microsoft.com/office/drawing/2014/main" id="{63A324C6-6C3B-C9F8-8F96-51DB179680BE}"/>
              </a:ext>
            </a:extLst>
          </p:cNvPr>
          <p:cNvSpPr/>
          <p:nvPr/>
        </p:nvSpPr>
        <p:spPr>
          <a:xfrm rot="16200000">
            <a:off x="6754776" y="1416792"/>
            <a:ext cx="5310090" cy="5564363"/>
          </a:xfrm>
          <a:prstGeom prst="flowChartDelay">
            <a:avLst/>
          </a:prstGeom>
          <a:solidFill>
            <a:srgbClr val="027E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2821C290-4643-907A-3524-741499006958}"/>
              </a:ext>
            </a:extLst>
          </p:cNvPr>
          <p:cNvSpPr/>
          <p:nvPr/>
        </p:nvSpPr>
        <p:spPr>
          <a:xfrm rot="16200000">
            <a:off x="127137" y="1416793"/>
            <a:ext cx="5310090" cy="5564363"/>
          </a:xfrm>
          <a:prstGeom prst="flowChartDelay">
            <a:avLst/>
          </a:prstGeom>
          <a:solidFill>
            <a:srgbClr val="027E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4" name="Flowchart: Delay 3">
            <a:extLst>
              <a:ext uri="{FF2B5EF4-FFF2-40B4-BE49-F238E27FC236}">
                <a16:creationId xmlns:a16="http://schemas.microsoft.com/office/drawing/2014/main" id="{A605C37E-44BA-6FEA-62C4-309A2EAB4FAF}"/>
              </a:ext>
            </a:extLst>
          </p:cNvPr>
          <p:cNvSpPr/>
          <p:nvPr/>
        </p:nvSpPr>
        <p:spPr>
          <a:xfrm rot="16200000">
            <a:off x="2667000" y="-326953"/>
            <a:ext cx="6857999" cy="7503944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AEF15-DDA6-153D-3083-3E7683C8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196" y="3203282"/>
            <a:ext cx="6569612" cy="3419084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Talkatoo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Solutions for Practice Manager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A7DD61-6FC9-06A1-CA44-04E6FD379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2" y="-541000"/>
            <a:ext cx="12059234" cy="67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0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0B4313-EC5B-C8BF-8FE9-9589F9048012}"/>
              </a:ext>
            </a:extLst>
          </p:cNvPr>
          <p:cNvSpPr/>
          <p:nvPr/>
        </p:nvSpPr>
        <p:spPr>
          <a:xfrm>
            <a:off x="682284" y="671439"/>
            <a:ext cx="10671516" cy="54307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1A5D9-61B7-A94C-3802-010B5ABD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D93B-222F-0765-9DE2-FB959D558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Vets with 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double of work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Admin paper work 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such as reports and emails taking more time than it should;</a:t>
            </a:r>
          </a:p>
          <a:p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Rushed notes 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cause misunderstood;</a:t>
            </a:r>
          </a:p>
          <a:p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Missing</a:t>
            </a:r>
            <a:r>
              <a:rPr lang="en-US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patient following up. </a:t>
            </a:r>
          </a:p>
        </p:txBody>
      </p:sp>
    </p:spTree>
    <p:extLst>
      <p:ext uri="{BB962C8B-B14F-4D97-AF65-F5344CB8AC3E}">
        <p14:creationId xmlns:p14="http://schemas.microsoft.com/office/powerpoint/2010/main" val="398278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C87D8D-B0B4-C971-4C65-A685D57B53CE}"/>
              </a:ext>
            </a:extLst>
          </p:cNvPr>
          <p:cNvSpPr/>
          <p:nvPr/>
        </p:nvSpPr>
        <p:spPr>
          <a:xfrm>
            <a:off x="682284" y="671439"/>
            <a:ext cx="10671516" cy="54307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477EC-D497-6159-C516-15612EAF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Talkatoo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F200F-4179-2855-0A37-FC0B71A0D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Talkatoo</a:t>
            </a:r>
            <a:r>
              <a:rPr lang="en-US" dirty="0"/>
              <a:t> AI can </a:t>
            </a:r>
            <a:r>
              <a:rPr lang="en-US" b="1" dirty="0"/>
              <a:t>listen and record the appointments</a:t>
            </a:r>
            <a:r>
              <a:rPr lang="en-US" dirty="0"/>
              <a:t> for you vet team;</a:t>
            </a:r>
          </a:p>
          <a:p>
            <a:r>
              <a:rPr lang="en-US" dirty="0" err="1"/>
              <a:t>Talkatoo</a:t>
            </a:r>
            <a:r>
              <a:rPr lang="en-US" dirty="0"/>
              <a:t> AI assistant can write emails faster;</a:t>
            </a:r>
          </a:p>
          <a:p>
            <a:r>
              <a:rPr lang="en-US" dirty="0" err="1"/>
              <a:t>Talkatoo</a:t>
            </a:r>
            <a:r>
              <a:rPr lang="en-US" dirty="0"/>
              <a:t> also provides a AI to manage your patients </a:t>
            </a:r>
            <a:r>
              <a:rPr lang="en-US" b="1" dirty="0"/>
              <a:t>following up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79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3B250B-38CB-965B-1CBE-4A382DDD775A}"/>
              </a:ext>
            </a:extLst>
          </p:cNvPr>
          <p:cNvSpPr/>
          <p:nvPr/>
        </p:nvSpPr>
        <p:spPr>
          <a:xfrm>
            <a:off x="682284" y="671439"/>
            <a:ext cx="10671516" cy="54307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1DECF-F533-8344-1831-F1579422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</a:t>
            </a:r>
            <a:r>
              <a:rPr lang="en-US" b="1" dirty="0" err="1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Talkatoo</a:t>
            </a:r>
            <a:r>
              <a:rPr lang="en-US" b="1" dirty="0">
                <a:solidFill>
                  <a:srgbClr val="2C2C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important for you?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E06D-912A-7A8A-AC29-FA1D497FD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more stressed out vets, </a:t>
            </a:r>
            <a:r>
              <a:rPr lang="en-US" dirty="0" err="1"/>
              <a:t>Talkatoo</a:t>
            </a:r>
            <a:r>
              <a:rPr lang="en-US" dirty="0"/>
              <a:t> AI will provides to your vet team with detailed notes;</a:t>
            </a:r>
          </a:p>
          <a:p>
            <a:r>
              <a:rPr lang="en-US" dirty="0"/>
              <a:t>Saving time using </a:t>
            </a:r>
            <a:r>
              <a:rPr lang="en-US" dirty="0" err="1"/>
              <a:t>Talkatoo</a:t>
            </a:r>
            <a:r>
              <a:rPr lang="en-US" dirty="0"/>
              <a:t> speech-to-text tool;</a:t>
            </a:r>
          </a:p>
          <a:p>
            <a:r>
              <a:rPr lang="en-US" dirty="0"/>
              <a:t>Consistent communication between your team and patient parents; </a:t>
            </a:r>
          </a:p>
          <a:p>
            <a:r>
              <a:rPr lang="en-US" dirty="0"/>
              <a:t>Easy implementation;</a:t>
            </a:r>
          </a:p>
          <a:p>
            <a:r>
              <a:rPr lang="en-US" dirty="0"/>
              <a:t>No more rushed documents between the team. </a:t>
            </a:r>
          </a:p>
        </p:txBody>
      </p:sp>
    </p:spTree>
    <p:extLst>
      <p:ext uri="{BB962C8B-B14F-4D97-AF65-F5344CB8AC3E}">
        <p14:creationId xmlns:p14="http://schemas.microsoft.com/office/powerpoint/2010/main" val="374730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306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Talkatoo Solutions for Veterinarians</vt:lpstr>
      <vt:lpstr> Key Problems </vt:lpstr>
      <vt:lpstr> TALKATOO SOLUTION</vt:lpstr>
      <vt:lpstr> Why Talkatoo is important for you?</vt:lpstr>
      <vt:lpstr>PowerPoint Presentation</vt:lpstr>
      <vt:lpstr>Talkatoo Solutions for Practice Manager</vt:lpstr>
      <vt:lpstr> KEY PROBLEMS</vt:lpstr>
      <vt:lpstr> Talkatoo Solutions</vt:lpstr>
      <vt:lpstr> Why Talkatoo is important for you?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Talkatoo Solutions for vet </dc:title>
  <dc:creator>Administrator</dc:creator>
  <cp:lastModifiedBy>Administrator</cp:lastModifiedBy>
  <cp:revision>4</cp:revision>
  <dcterms:created xsi:type="dcterms:W3CDTF">2026-04-18T04:54:05Z</dcterms:created>
  <dcterms:modified xsi:type="dcterms:W3CDTF">2026-04-18T06:53:07Z</dcterms:modified>
</cp:coreProperties>
</file>